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73" r:id="rId5"/>
    <p:sldId id="274" r:id="rId6"/>
    <p:sldId id="275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2" r:id="rId18"/>
    <p:sldId id="267" r:id="rId19"/>
    <p:sldId id="27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C13"/>
    <a:srgbClr val="1B2235"/>
    <a:srgbClr val="F3ECB8"/>
    <a:srgbClr val="405D3E"/>
    <a:srgbClr val="97EAEA"/>
    <a:srgbClr val="0D2444"/>
    <a:srgbClr val="EAE6EA"/>
    <a:srgbClr val="32555B"/>
    <a:srgbClr val="E2C075"/>
    <a:srgbClr val="BBB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BB0607-8657-4B13-AE8F-4155622B248F}" v="4" dt="2026-10-15T16:46:49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859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vaidya.naren@gmail.com" userId="e686ffe6829df677" providerId="LiveId" clId="{A603BDFD-BD43-411A-9EBF-93FA0E9E37EB}"/>
    <pc:docChg chg="undo custSel addSld delSld modSld">
      <pc:chgData name="drvaidya.naren@gmail.com" userId="e686ffe6829df677" providerId="LiveId" clId="{A603BDFD-BD43-411A-9EBF-93FA0E9E37EB}" dt="2026-10-15T17:03:18.981" v="571" actId="14100"/>
      <pc:docMkLst>
        <pc:docMk/>
      </pc:docMkLst>
      <pc:sldChg chg="addSp delSp modSp mod">
        <pc:chgData name="drvaidya.naren@gmail.com" userId="e686ffe6829df677" providerId="LiveId" clId="{A603BDFD-BD43-411A-9EBF-93FA0E9E37EB}" dt="2026-10-13T16:38:49.410" v="104" actId="478"/>
        <pc:sldMkLst>
          <pc:docMk/>
          <pc:sldMk cId="3139006208" sldId="256"/>
        </pc:sldMkLst>
      </pc:sldChg>
      <pc:sldChg chg="modSp mod">
        <pc:chgData name="drvaidya.naren@gmail.com" userId="e686ffe6829df677" providerId="LiveId" clId="{A603BDFD-BD43-411A-9EBF-93FA0E9E37EB}" dt="2026-10-15T16:42:50.286" v="106" actId="13926"/>
        <pc:sldMkLst>
          <pc:docMk/>
          <pc:sldMk cId="2226574925" sldId="259"/>
        </pc:sldMkLst>
        <pc:graphicFrameChg chg="modGraphic">
          <ac:chgData name="drvaidya.naren@gmail.com" userId="e686ffe6829df677" providerId="LiveId" clId="{A603BDFD-BD43-411A-9EBF-93FA0E9E37EB}" dt="2026-10-15T16:42:50.286" v="106" actId="13926"/>
          <ac:graphicFrameMkLst>
            <pc:docMk/>
            <pc:sldMk cId="2226574925" sldId="259"/>
            <ac:graphicFrameMk id="9" creationId="{9599995C-8C64-3EA1-0CB0-24967D6AD67B}"/>
          </ac:graphicFrameMkLst>
        </pc:graphicFrameChg>
      </pc:sldChg>
      <pc:sldChg chg="modSp mod">
        <pc:chgData name="drvaidya.naren@gmail.com" userId="e686ffe6829df677" providerId="LiveId" clId="{A603BDFD-BD43-411A-9EBF-93FA0E9E37EB}" dt="2026-10-15T16:43:16.966" v="109" actId="13926"/>
        <pc:sldMkLst>
          <pc:docMk/>
          <pc:sldMk cId="2819053212" sldId="262"/>
        </pc:sldMkLst>
        <pc:graphicFrameChg chg="modGraphic">
          <ac:chgData name="drvaidya.naren@gmail.com" userId="e686ffe6829df677" providerId="LiveId" clId="{A603BDFD-BD43-411A-9EBF-93FA0E9E37EB}" dt="2026-10-15T16:43:16.966" v="109" actId="13926"/>
          <ac:graphicFrameMkLst>
            <pc:docMk/>
            <pc:sldMk cId="2819053212" sldId="262"/>
            <ac:graphicFrameMk id="9" creationId="{FA6F142C-62A9-BA15-C848-B418D5D70652}"/>
          </ac:graphicFrameMkLst>
        </pc:graphicFrameChg>
      </pc:sldChg>
      <pc:sldChg chg="addSp delSp modSp mod">
        <pc:chgData name="drvaidya.naren@gmail.com" userId="e686ffe6829df677" providerId="LiveId" clId="{A603BDFD-BD43-411A-9EBF-93FA0E9E37EB}" dt="2026-10-15T17:03:18.981" v="571" actId="14100"/>
        <pc:sldMkLst>
          <pc:docMk/>
          <pc:sldMk cId="2325338200" sldId="267"/>
        </pc:sldMkLst>
        <pc:spChg chg="add mod">
          <ac:chgData name="drvaidya.naren@gmail.com" userId="e686ffe6829df677" providerId="LiveId" clId="{A603BDFD-BD43-411A-9EBF-93FA0E9E37EB}" dt="2026-10-15T17:03:18.981" v="571" actId="14100"/>
          <ac:spMkLst>
            <pc:docMk/>
            <pc:sldMk cId="2325338200" sldId="267"/>
            <ac:spMk id="2" creationId="{38BC5079-FBB4-E56A-2569-FC9E0D84634B}"/>
          </ac:spMkLst>
        </pc:spChg>
        <pc:spChg chg="add mod">
          <ac:chgData name="drvaidya.naren@gmail.com" userId="e686ffe6829df677" providerId="LiveId" clId="{A603BDFD-BD43-411A-9EBF-93FA0E9E37EB}" dt="2026-10-15T16:46:45.834" v="131" actId="20577"/>
          <ac:spMkLst>
            <pc:docMk/>
            <pc:sldMk cId="2325338200" sldId="267"/>
            <ac:spMk id="8" creationId="{CF1A3763-6762-8339-3878-42C274ABBA9D}"/>
          </ac:spMkLst>
        </pc:spChg>
      </pc:sldChg>
      <pc:sldChg chg="addSp delSp modSp new mod">
        <pc:chgData name="drvaidya.naren@gmail.com" userId="e686ffe6829df677" providerId="LiveId" clId="{A603BDFD-BD43-411A-9EBF-93FA0E9E37EB}" dt="2026-10-15T17:01:49.733" v="569" actId="14100"/>
        <pc:sldMkLst>
          <pc:docMk/>
          <pc:sldMk cId="436424152" sldId="278"/>
        </pc:sldMkLst>
        <pc:spChg chg="del">
          <ac:chgData name="drvaidya.naren@gmail.com" userId="e686ffe6829df677" providerId="LiveId" clId="{A603BDFD-BD43-411A-9EBF-93FA0E9E37EB}" dt="2026-10-15T16:59:26.239" v="560" actId="478"/>
          <ac:spMkLst>
            <pc:docMk/>
            <pc:sldMk cId="436424152" sldId="278"/>
            <ac:spMk id="2" creationId="{C163C29C-4ADC-0857-680F-97D13A520945}"/>
          </ac:spMkLst>
        </pc:spChg>
        <pc:spChg chg="del">
          <ac:chgData name="drvaidya.naren@gmail.com" userId="e686ffe6829df677" providerId="LiveId" clId="{A603BDFD-BD43-411A-9EBF-93FA0E9E37EB}" dt="2026-10-15T16:59:24.672" v="559" actId="478"/>
          <ac:spMkLst>
            <pc:docMk/>
            <pc:sldMk cId="436424152" sldId="278"/>
            <ac:spMk id="3" creationId="{990592A3-2462-B8C5-25D8-89B9872176C1}"/>
          </ac:spMkLst>
        </pc:spChg>
        <pc:spChg chg="add mod">
          <ac:chgData name="drvaidya.naren@gmail.com" userId="e686ffe6829df677" providerId="LiveId" clId="{A603BDFD-BD43-411A-9EBF-93FA0E9E37EB}" dt="2026-10-15T17:01:49.733" v="569" actId="14100"/>
          <ac:spMkLst>
            <pc:docMk/>
            <pc:sldMk cId="436424152" sldId="278"/>
            <ac:spMk id="7" creationId="{7470281B-7BD4-F323-BB28-BC6C1C1040E8}"/>
          </ac:spMkLst>
        </pc:spChg>
        <pc:picChg chg="add mod">
          <ac:chgData name="drvaidya.naren@gmail.com" userId="e686ffe6829df677" providerId="LiveId" clId="{A603BDFD-BD43-411A-9EBF-93FA0E9E37EB}" dt="2026-10-15T17:00:49.324" v="565" actId="1076"/>
          <ac:picMkLst>
            <pc:docMk/>
            <pc:sldMk cId="436424152" sldId="278"/>
            <ac:picMk id="5" creationId="{5BCC58F8-7BFE-6566-5B8E-5212E4D29FD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B2B48-0EC1-4408-751F-D63655A4E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77956-6F39-4E4D-E85C-C8CE9131A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7D179-C5B5-DE35-7E73-AE61D3F5E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9E63-90A7-4CB9-8FBD-731C59DF7318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BD90C-CCA5-4DAD-1097-C0E47F5DE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EEF59-1190-FC5F-01A8-4AE8A43F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E3B79-B1EB-49DC-AC17-45349C7D8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298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826BA-48B2-5F99-B3EA-54D49BFC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07D98-52CF-16E6-06BB-4591AE271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F156F-0128-2621-A16B-CCB4AAF51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9E63-90A7-4CB9-8FBD-731C59DF7318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5312A-098A-A337-86CA-24E719700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5E459-78DA-D83E-D563-3F8D9D3A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E3B79-B1EB-49DC-AC17-45349C7D8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13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A20B7-D082-1204-17AF-AB6E42313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82A5D-8525-B26B-4590-621D073CE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453AC-0735-8125-E03B-FFD19BD13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9E63-90A7-4CB9-8FBD-731C59DF7318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2A9D2-214D-72C7-0070-CA2F5631D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1C852-4030-4517-25AE-B91BC9584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E3B79-B1EB-49DC-AC17-45349C7D8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350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63EC7-8F69-539D-D817-A06DA37AE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98BFE-71D6-906E-F595-852BE46285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8C616-2EF7-308E-975A-E12663BFD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1F0257-EE01-8CF7-D0DF-52A330F70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9E63-90A7-4CB9-8FBD-731C59DF7318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DAF86-303B-E072-60F1-DAD32FBEB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0C13F-B6D2-FE93-6B56-9AB1BCB0C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E3B79-B1EB-49DC-AC17-45349C7D8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37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0172-1B77-F3AF-90FB-DD91CA5D2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AE33F-BF6F-38BE-386B-BDA5BC12C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01D3E4-E3E5-CC13-2BC1-D526C53DA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0D8077-5E47-9C5F-2581-1CFA9B2AB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C77831-9D94-142F-1A60-BA64AC22D1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CFD1F-EFB1-C8D1-9516-A514A1186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9E63-90A7-4CB9-8FBD-731C59DF7318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9415E8-BF06-486A-A65F-CD333A16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B6EB47-EA7E-165C-7753-C5D0A257A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E3B79-B1EB-49DC-AC17-45349C7D8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754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F9EFB-A594-C9F0-D2FE-F990161BE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733282-72C5-4E96-32F0-A15E961E8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9E63-90A7-4CB9-8FBD-731C59DF7318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CD4E8-C6CA-091E-E505-5F003CAC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3F9E21-350C-EBAF-ACC5-39E40647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E3B79-B1EB-49DC-AC17-45349C7D8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840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C0CD40-9AFA-C937-F7ED-2453BC8B4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9E63-90A7-4CB9-8FBD-731C59DF7318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96422A-68D1-6924-727B-DBEAE47B9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B0569-393B-131A-5B96-32B719E96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E3B79-B1EB-49DC-AC17-45349C7D8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755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66CD6-E88F-D1DB-6772-C9C4EC69E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6C97F-DBE6-C611-EC3B-8F23AD925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16067-E109-72CE-22A0-984739332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2681E-4926-DFD6-A61F-EB9675D7C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9E63-90A7-4CB9-8FBD-731C59DF7318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DC3BC-0A64-7B7A-E5DF-2A2A37A4D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E6D03-D4B4-7366-69FA-8DE4BEF49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E3B79-B1EB-49DC-AC17-45349C7D8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72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05A1-BA60-30ED-BB9E-091768940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6019E-6E6C-1265-31CF-F423F20199E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F20C4-E9B1-E2E7-149A-90921F28E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943AE-75B8-05BF-83BC-8347A5C88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9E63-90A7-4CB9-8FBD-731C59DF7318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E899A-410C-DE5F-3CD2-E7BCB1BA4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024B7-9FF6-44FB-9093-BC4BD3C32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E3B79-B1EB-49DC-AC17-45349C7D8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28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2443-01B1-F47A-CD52-C1D230CC4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8E90A-1911-ADEF-899A-E393767E9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6DA9E-F2B6-12D3-7F7B-6B2DE2857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9E63-90A7-4CB9-8FBD-731C59DF7318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C8D2B-CCA8-9FCE-F4E3-7F5106C1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A1317-6341-7717-7C25-CE07116B0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E3B79-B1EB-49DC-AC17-45349C7D8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50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4C2A64-7E58-5726-ABB1-42A93E60A5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754B3-9744-A10A-9457-65F83E9CA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E8270-6EFA-88AF-A5B4-B7E7DEC3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9E63-90A7-4CB9-8FBD-731C59DF7318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C5EFA-E7A1-21BB-C006-5FD693328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6EFF6-B518-C646-D881-EB6433A4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E3B79-B1EB-49DC-AC17-45349C7D8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81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6757FB-FA7D-9592-131E-8F43BF8E7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0B777-FFB6-6465-9FBB-94021B510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E5E38-9169-0EBE-C9E1-ED3C4E093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C9E63-90A7-4CB9-8FBD-731C59DF7318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0AE75-65E0-F74F-02D1-8DF63B485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0EBBA-443F-84CD-A0D3-40714879E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E3B79-B1EB-49DC-AC17-45349C7D8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453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D38B50B-D2C6-C451-4151-335A35999A64}"/>
              </a:ext>
            </a:extLst>
          </p:cNvPr>
          <p:cNvSpPr txBox="1"/>
          <p:nvPr/>
        </p:nvSpPr>
        <p:spPr>
          <a:xfrm>
            <a:off x="374408" y="236237"/>
            <a:ext cx="41445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5400" dirty="0">
              <a:solidFill>
                <a:schemeClr val="accent2">
                  <a:lumMod val="75000"/>
                </a:schemeClr>
              </a:solidFill>
              <a:latin typeface="questrial" pitchFamily="2" charset="0"/>
              <a:ea typeface="questrial" pitchFamily="2" charset="0"/>
              <a:cs typeface="questrial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BC7DA1-73CB-D7F8-FC72-94E74712F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3" r="2230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706F2DB-FF7E-8605-63B9-1E08E64B696F}"/>
              </a:ext>
            </a:extLst>
          </p:cNvPr>
          <p:cNvSpPr txBox="1"/>
          <p:nvPr/>
        </p:nvSpPr>
        <p:spPr>
          <a:xfrm>
            <a:off x="4108174" y="59104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>
              <a:latin typeface="MangOLI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006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4DCBE-51AA-C4CF-20DD-0D33118E2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questrial" pitchFamily="2" charset="0"/>
                <a:ea typeface="questrial" pitchFamily="2" charset="0"/>
                <a:cs typeface="questrial" pitchFamily="2" charset="0"/>
              </a:rPr>
              <a:t>The Rulebook</a:t>
            </a:r>
            <a:endParaRPr lang="en-IN" dirty="0">
              <a:latin typeface="questrial" pitchFamily="2" charset="0"/>
              <a:ea typeface="questrial" pitchFamily="2" charset="0"/>
              <a:cs typeface="questrial" pitchFamily="2" charset="0"/>
            </a:endParaRPr>
          </a:p>
        </p:txBody>
      </p:sp>
      <p:pic>
        <p:nvPicPr>
          <p:cNvPr id="5" name="Picture 4" descr="All Rulebooks | D&amp;D Beyond">
            <a:extLst>
              <a:ext uri="{FF2B5EF4-FFF2-40B4-BE49-F238E27FC236}">
                <a16:creationId xmlns:a16="http://schemas.microsoft.com/office/drawing/2014/main" id="{AD211E4C-D4A8-73A2-B6EA-D93CD827D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263" y="23191"/>
            <a:ext cx="5207474" cy="683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1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E1C2B-C8AD-ED77-2E9D-BB0EF7B35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latin typeface="questrial" pitchFamily="2" charset="0"/>
                <a:ea typeface="questrial" pitchFamily="2" charset="0"/>
                <a:cs typeface="questrial" pitchFamily="2" charset="0"/>
              </a:rPr>
              <a:t>Species</a:t>
            </a:r>
            <a:endParaRPr lang="en-IN" sz="6600" dirty="0">
              <a:latin typeface="questrial" pitchFamily="2" charset="0"/>
              <a:ea typeface="questrial" pitchFamily="2" charset="0"/>
              <a:cs typeface="questria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092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4A498D7-EE02-E59E-51A3-75B0C7AA6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634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2D841C-2179-2AD6-89DF-DFF421935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958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1D1799-4F5A-7934-6B6A-149124F78900}"/>
              </a:ext>
            </a:extLst>
          </p:cNvPr>
          <p:cNvSpPr txBox="1"/>
          <p:nvPr/>
        </p:nvSpPr>
        <p:spPr>
          <a:xfrm>
            <a:off x="4534515" y="2875002"/>
            <a:ext cx="31229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latin typeface="questrial" pitchFamily="2" charset="0"/>
                <a:ea typeface="questrial" pitchFamily="2" charset="0"/>
                <a:cs typeface="questrial" pitchFamily="2" charset="0"/>
              </a:rPr>
              <a:t>Classes</a:t>
            </a:r>
            <a:endParaRPr lang="en-IN" sz="6600" dirty="0">
              <a:latin typeface="questrial" pitchFamily="2" charset="0"/>
              <a:ea typeface="questrial" pitchFamily="2" charset="0"/>
              <a:cs typeface="questria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38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7189C2-8910-EA49-9A71-EB526E68D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36"/>
            <a:ext cx="12177695" cy="685006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62DC563-030E-CA52-6AA3-5588C308C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287093"/>
              </p:ext>
            </p:extLst>
          </p:nvPr>
        </p:nvGraphicFramePr>
        <p:xfrm>
          <a:off x="616777" y="602015"/>
          <a:ext cx="10727084" cy="5745776"/>
        </p:xfrm>
        <a:graphic>
          <a:graphicData uri="http://schemas.openxmlformats.org/drawingml/2006/table">
            <a:tbl>
              <a:tblPr>
                <a:tableStyleId>{E929F9F4-4A8F-4326-A1B4-22849713DDAB}</a:tableStyleId>
              </a:tblPr>
              <a:tblGrid>
                <a:gridCol w="2186412">
                  <a:extLst>
                    <a:ext uri="{9D8B030D-6E8A-4147-A177-3AD203B41FA5}">
                      <a16:colId xmlns:a16="http://schemas.microsoft.com/office/drawing/2014/main" val="3808140844"/>
                    </a:ext>
                  </a:extLst>
                </a:gridCol>
                <a:gridCol w="1639810">
                  <a:extLst>
                    <a:ext uri="{9D8B030D-6E8A-4147-A177-3AD203B41FA5}">
                      <a16:colId xmlns:a16="http://schemas.microsoft.com/office/drawing/2014/main" val="2245292361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3196477600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1523902753"/>
                    </a:ext>
                  </a:extLst>
                </a:gridCol>
              </a:tblGrid>
              <a:tr h="6700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Region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0D244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0D244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Subclass (5.5e Core)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0D244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In-Game 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0D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19251"/>
                  </a:ext>
                </a:extLst>
              </a:tr>
              <a:tr h="1268921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 err="1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Frejlord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0D2444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Barbarian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0D244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Path of the Berserker</a:t>
                      </a:r>
                      <a:endParaRPr lang="en-IN" sz="2400" b="0" i="0" u="none" strike="noStrike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0D244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Winter's Claw Bloodrager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0D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820990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Path of the Wild Heart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0D244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Totem Warrior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0D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64245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Path of the world tree</a:t>
                      </a:r>
                      <a:endParaRPr lang="en-IN" sz="2400" b="0" i="0" u="none" strike="noStrike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0D244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Hearth-Keeper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0D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541057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Path of the Zealot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0D244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Storm-Touched Fanatic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0D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647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95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A9D510-F87A-225A-0FC6-E0A66F5CB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414" y="0"/>
            <a:ext cx="12245413" cy="68580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4526D2-C175-5A95-ADF0-1216A057A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323774"/>
              </p:ext>
            </p:extLst>
          </p:nvPr>
        </p:nvGraphicFramePr>
        <p:xfrm>
          <a:off x="616777" y="602015"/>
          <a:ext cx="10727084" cy="5745776"/>
        </p:xfrm>
        <a:graphic>
          <a:graphicData uri="http://schemas.openxmlformats.org/drawingml/2006/table">
            <a:tbl>
              <a:tblPr>
                <a:tableStyleId>{E929F9F4-4A8F-4326-A1B4-22849713DDAB}</a:tableStyleId>
              </a:tblPr>
              <a:tblGrid>
                <a:gridCol w="2186412">
                  <a:extLst>
                    <a:ext uri="{9D8B030D-6E8A-4147-A177-3AD203B41FA5}">
                      <a16:colId xmlns:a16="http://schemas.microsoft.com/office/drawing/2014/main" val="3808140844"/>
                    </a:ext>
                  </a:extLst>
                </a:gridCol>
                <a:gridCol w="1639810">
                  <a:extLst>
                    <a:ext uri="{9D8B030D-6E8A-4147-A177-3AD203B41FA5}">
                      <a16:colId xmlns:a16="http://schemas.microsoft.com/office/drawing/2014/main" val="2245292361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3196477600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1523902753"/>
                    </a:ext>
                  </a:extLst>
                </a:gridCol>
              </a:tblGrid>
              <a:tr h="6700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Region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405D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405D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Subclass (5.5e Core)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405D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In-Game 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405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19251"/>
                  </a:ext>
                </a:extLst>
              </a:tr>
              <a:tr h="1268921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Bandle City</a:t>
                      </a:r>
                    </a:p>
                  </a:txBody>
                  <a:tcPr marL="8626" marR="8626" marT="8626" marB="0" anchor="ctr">
                    <a:solidFill>
                      <a:srgbClr val="405D3E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Bard</a:t>
                      </a:r>
                    </a:p>
                  </a:txBody>
                  <a:tcPr marL="8626" marR="8626" marT="8626" marB="0" anchor="ctr">
                    <a:solidFill>
                      <a:srgbClr val="405D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College of Dance</a:t>
                      </a:r>
                    </a:p>
                  </a:txBody>
                  <a:tcPr marL="8626" marR="8626" marT="8626" marB="0" anchor="ctr">
                    <a:solidFill>
                      <a:srgbClr val="405D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Fae-Step Prankster</a:t>
                      </a:r>
                    </a:p>
                  </a:txBody>
                  <a:tcPr marL="8626" marR="8626" marT="8626" marB="0" anchor="ctr">
                    <a:solidFill>
                      <a:srgbClr val="405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820990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College of Glamour</a:t>
                      </a:r>
                    </a:p>
                  </a:txBody>
                  <a:tcPr marL="8626" marR="8626" marT="8626" marB="0" anchor="ctr">
                    <a:solidFill>
                      <a:srgbClr val="405D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Glittering Pixie Weaver</a:t>
                      </a:r>
                    </a:p>
                  </a:txBody>
                  <a:tcPr marL="8626" marR="8626" marT="8626" marB="0" anchor="ctr">
                    <a:solidFill>
                      <a:srgbClr val="405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64245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College of Lore</a:t>
                      </a:r>
                    </a:p>
                  </a:txBody>
                  <a:tcPr marL="8626" marR="8626" marT="8626" marB="0" anchor="ctr">
                    <a:solidFill>
                      <a:srgbClr val="405D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Bandle Tree Chronicler</a:t>
                      </a:r>
                    </a:p>
                  </a:txBody>
                  <a:tcPr marL="8626" marR="8626" marT="8626" marB="0" anchor="ctr">
                    <a:solidFill>
                      <a:srgbClr val="405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541057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College of Valor</a:t>
                      </a:r>
                    </a:p>
                  </a:txBody>
                  <a:tcPr marL="8626" marR="8626" marT="8626" marB="0" anchor="ctr">
                    <a:solidFill>
                      <a:srgbClr val="405D3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Bandle Scouts</a:t>
                      </a:r>
                    </a:p>
                  </a:txBody>
                  <a:tcPr marL="8626" marR="8626" marT="8626" marB="0" anchor="ctr">
                    <a:solidFill>
                      <a:srgbClr val="405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647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24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BEDEC-93A6-9AAC-901D-64B22D6EC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17D0E9-1319-7810-6E4E-1B07406508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07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599995C-8C64-3EA1-0CB0-24967D6AD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109479"/>
              </p:ext>
            </p:extLst>
          </p:nvPr>
        </p:nvGraphicFramePr>
        <p:xfrm>
          <a:off x="616777" y="602015"/>
          <a:ext cx="10727084" cy="5745776"/>
        </p:xfrm>
        <a:graphic>
          <a:graphicData uri="http://schemas.openxmlformats.org/drawingml/2006/table">
            <a:tbl>
              <a:tblPr>
                <a:tableStyleId>{E929F9F4-4A8F-4326-A1B4-22849713DDAB}</a:tableStyleId>
              </a:tblPr>
              <a:tblGrid>
                <a:gridCol w="2186412">
                  <a:extLst>
                    <a:ext uri="{9D8B030D-6E8A-4147-A177-3AD203B41FA5}">
                      <a16:colId xmlns:a16="http://schemas.microsoft.com/office/drawing/2014/main" val="3808140844"/>
                    </a:ext>
                  </a:extLst>
                </a:gridCol>
                <a:gridCol w="1639810">
                  <a:extLst>
                    <a:ext uri="{9D8B030D-6E8A-4147-A177-3AD203B41FA5}">
                      <a16:colId xmlns:a16="http://schemas.microsoft.com/office/drawing/2014/main" val="2245292361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3196477600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1523902753"/>
                    </a:ext>
                  </a:extLst>
                </a:gridCol>
              </a:tblGrid>
              <a:tr h="6700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Region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1B2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1B2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Subclass (5.5e Core)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1B2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In-Game 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1B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19251"/>
                  </a:ext>
                </a:extLst>
              </a:tr>
              <a:tr h="1268921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Mount </a:t>
                      </a:r>
                      <a:r>
                        <a:rPr lang="en-IN" sz="2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Targon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rgbClr val="1B2235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Cleric</a:t>
                      </a:r>
                    </a:p>
                  </a:txBody>
                  <a:tcPr marL="8626" marR="8626" marT="8626" marB="0" anchor="ctr">
                    <a:solidFill>
                      <a:srgbClr val="1B2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80"/>
                          </a:highlight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Life Domain</a:t>
                      </a:r>
                    </a:p>
                  </a:txBody>
                  <a:tcPr marL="8626" marR="8626" marT="8626" marB="0" anchor="ctr">
                    <a:solidFill>
                      <a:srgbClr val="1B2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Solari Dawn-Bringer</a:t>
                      </a:r>
                    </a:p>
                  </a:txBody>
                  <a:tcPr marL="8626" marR="8626" marT="8626" marB="0" anchor="ctr">
                    <a:solidFill>
                      <a:srgbClr val="1B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820990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Light Domain</a:t>
                      </a:r>
                    </a:p>
                  </a:txBody>
                  <a:tcPr marL="8626" marR="8626" marT="8626" marB="0" anchor="ctr">
                    <a:solidFill>
                      <a:srgbClr val="1B2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Aspect of the Sun Zealot</a:t>
                      </a:r>
                    </a:p>
                  </a:txBody>
                  <a:tcPr marL="8626" marR="8626" marT="8626" marB="0" anchor="ctr">
                    <a:solidFill>
                      <a:srgbClr val="1B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64245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Trickery Domain</a:t>
                      </a:r>
                    </a:p>
                  </a:txBody>
                  <a:tcPr marL="8626" marR="8626" marT="8626" marB="0" anchor="ctr">
                    <a:solidFill>
                      <a:srgbClr val="1B2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Lunari Shadow-Weaver</a:t>
                      </a:r>
                    </a:p>
                  </a:txBody>
                  <a:tcPr marL="8626" marR="8626" marT="8626" marB="0" anchor="ctr">
                    <a:solidFill>
                      <a:srgbClr val="1B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541057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War Domain</a:t>
                      </a:r>
                    </a:p>
                  </a:txBody>
                  <a:tcPr marL="8626" marR="8626" marT="8626" marB="0" anchor="ctr">
                    <a:solidFill>
                      <a:srgbClr val="1B2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Targon</a:t>
                      </a: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 Peak Crusader</a:t>
                      </a:r>
                    </a:p>
                  </a:txBody>
                  <a:tcPr marL="8626" marR="8626" marT="8626" marB="0" anchor="ctr">
                    <a:solidFill>
                      <a:srgbClr val="1B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647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57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FB0638-2C75-ECA3-063A-40F3799BD3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5" y="0"/>
            <a:ext cx="12099235" cy="68580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9665370-A24E-516C-6DDD-CFF894E15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307119"/>
              </p:ext>
            </p:extLst>
          </p:nvPr>
        </p:nvGraphicFramePr>
        <p:xfrm>
          <a:off x="616777" y="602015"/>
          <a:ext cx="10727084" cy="5745776"/>
        </p:xfrm>
        <a:graphic>
          <a:graphicData uri="http://schemas.openxmlformats.org/drawingml/2006/table">
            <a:tbl>
              <a:tblPr>
                <a:tableStyleId>{E929F9F4-4A8F-4326-A1B4-22849713DDAB}</a:tableStyleId>
              </a:tblPr>
              <a:tblGrid>
                <a:gridCol w="2186412">
                  <a:extLst>
                    <a:ext uri="{9D8B030D-6E8A-4147-A177-3AD203B41FA5}">
                      <a16:colId xmlns:a16="http://schemas.microsoft.com/office/drawing/2014/main" val="3808140844"/>
                    </a:ext>
                  </a:extLst>
                </a:gridCol>
                <a:gridCol w="1639810">
                  <a:extLst>
                    <a:ext uri="{9D8B030D-6E8A-4147-A177-3AD203B41FA5}">
                      <a16:colId xmlns:a16="http://schemas.microsoft.com/office/drawing/2014/main" val="2245292361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3196477600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1523902753"/>
                    </a:ext>
                  </a:extLst>
                </a:gridCol>
              </a:tblGrid>
              <a:tr h="6700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Region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Subclass (5.5e Core)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In-Game 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19251"/>
                  </a:ext>
                </a:extLst>
              </a:tr>
              <a:tr h="1268921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Ixtal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6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Druid</a:t>
                      </a:r>
                    </a:p>
                  </a:txBody>
                  <a:tcPr marL="8626" marR="8626" marT="8626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Circle of the Land</a:t>
                      </a:r>
                    </a:p>
                  </a:txBody>
                  <a:tcPr marL="8626" marR="8626" marT="8626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Ixtali Axiom Warden</a:t>
                      </a:r>
                    </a:p>
                  </a:txBody>
                  <a:tcPr marL="8626" marR="8626" marT="8626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820990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Circle of the Moon</a:t>
                      </a:r>
                    </a:p>
                  </a:txBody>
                  <a:tcPr marL="8626" marR="8626" marT="8626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Primeval Jungle Apex Shapeshifter</a:t>
                      </a:r>
                    </a:p>
                  </a:txBody>
                  <a:tcPr marL="8626" marR="8626" marT="8626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64245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Circle of the Sea</a:t>
                      </a:r>
                    </a:p>
                  </a:txBody>
                  <a:tcPr marL="8626" marR="8626" marT="8626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Ixtali Elemental Tides</a:t>
                      </a:r>
                    </a:p>
                  </a:txBody>
                  <a:tcPr marL="8626" marR="8626" marT="8626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541057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Circle of the Stars</a:t>
                      </a:r>
                    </a:p>
                  </a:txBody>
                  <a:tcPr marL="8626" marR="8626" marT="8626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Axiomatic Constellation Seer</a:t>
                      </a:r>
                    </a:p>
                  </a:txBody>
                  <a:tcPr marL="8626" marR="8626" marT="8626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647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0469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A857A7-BE5A-7D32-2D1B-F60F3F8252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7CBD7A6-8010-E1FE-A98D-BCBDD2CD8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913767"/>
              </p:ext>
            </p:extLst>
          </p:nvPr>
        </p:nvGraphicFramePr>
        <p:xfrm>
          <a:off x="616777" y="602015"/>
          <a:ext cx="10727084" cy="5745776"/>
        </p:xfrm>
        <a:graphic>
          <a:graphicData uri="http://schemas.openxmlformats.org/drawingml/2006/table">
            <a:tbl>
              <a:tblPr>
                <a:tableStyleId>{E929F9F4-4A8F-4326-A1B4-22849713DDAB}</a:tableStyleId>
              </a:tblPr>
              <a:tblGrid>
                <a:gridCol w="2186412">
                  <a:extLst>
                    <a:ext uri="{9D8B030D-6E8A-4147-A177-3AD203B41FA5}">
                      <a16:colId xmlns:a16="http://schemas.microsoft.com/office/drawing/2014/main" val="3808140844"/>
                    </a:ext>
                  </a:extLst>
                </a:gridCol>
                <a:gridCol w="1639810">
                  <a:extLst>
                    <a:ext uri="{9D8B030D-6E8A-4147-A177-3AD203B41FA5}">
                      <a16:colId xmlns:a16="http://schemas.microsoft.com/office/drawing/2014/main" val="2245292361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3196477600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1523902753"/>
                    </a:ext>
                  </a:extLst>
                </a:gridCol>
              </a:tblGrid>
              <a:tr h="6700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Region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Subclass (5.5e Core)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In-Game 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19251"/>
                  </a:ext>
                </a:extLst>
              </a:tr>
              <a:tr h="1268921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Noxus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Fighter</a:t>
                      </a:r>
                    </a:p>
                  </a:txBody>
                  <a:tcPr marL="8626" marR="8626" marT="8626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Battle Master</a:t>
                      </a:r>
                    </a:p>
                  </a:txBody>
                  <a:tcPr marL="8626" marR="8626" marT="8626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Trifarian Tactician</a:t>
                      </a:r>
                    </a:p>
                  </a:txBody>
                  <a:tcPr marL="8626" marR="8626" marT="8626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820990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Champion</a:t>
                      </a:r>
                    </a:p>
                  </a:txBody>
                  <a:tcPr marL="8626" marR="8626" marT="8626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Flesh-Arena Gladiator</a:t>
                      </a:r>
                    </a:p>
                  </a:txBody>
                  <a:tcPr marL="8626" marR="8626" marT="8626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64245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Eldritch Knight</a:t>
                      </a:r>
                    </a:p>
                  </a:txBody>
                  <a:tcPr marL="8626" marR="8626" marT="8626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Black Rose </a:t>
                      </a:r>
                      <a:r>
                        <a:rPr lang="en-IN" sz="2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Spellblade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541057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Psi Warrior</a:t>
                      </a:r>
                    </a:p>
                  </a:txBody>
                  <a:tcPr marL="8626" marR="8626" marT="8626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Noxian</a:t>
                      </a: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 Mind-Weaver Soldier</a:t>
                      </a:r>
                    </a:p>
                  </a:txBody>
                  <a:tcPr marL="8626" marR="8626" marT="8626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647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10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4BB3A0-75B5-F26E-BE68-E5ABAF50E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A6F142C-62A9-BA15-C848-B418D5D70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314469"/>
              </p:ext>
            </p:extLst>
          </p:nvPr>
        </p:nvGraphicFramePr>
        <p:xfrm>
          <a:off x="616777" y="602015"/>
          <a:ext cx="10727084" cy="5745776"/>
        </p:xfrm>
        <a:graphic>
          <a:graphicData uri="http://schemas.openxmlformats.org/drawingml/2006/table">
            <a:tbl>
              <a:tblPr>
                <a:tableStyleId>{E929F9F4-4A8F-4326-A1B4-22849713DDAB}</a:tableStyleId>
              </a:tblPr>
              <a:tblGrid>
                <a:gridCol w="2186412">
                  <a:extLst>
                    <a:ext uri="{9D8B030D-6E8A-4147-A177-3AD203B41FA5}">
                      <a16:colId xmlns:a16="http://schemas.microsoft.com/office/drawing/2014/main" val="3808140844"/>
                    </a:ext>
                  </a:extLst>
                </a:gridCol>
                <a:gridCol w="1639810">
                  <a:extLst>
                    <a:ext uri="{9D8B030D-6E8A-4147-A177-3AD203B41FA5}">
                      <a16:colId xmlns:a16="http://schemas.microsoft.com/office/drawing/2014/main" val="2245292361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3196477600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1523902753"/>
                    </a:ext>
                  </a:extLst>
                </a:gridCol>
              </a:tblGrid>
              <a:tr h="6700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Region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Subclass (5.5e Core)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In-Game 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19251"/>
                  </a:ext>
                </a:extLst>
              </a:tr>
              <a:tr h="1268921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Ionia</a:t>
                      </a:r>
                    </a:p>
                  </a:txBody>
                  <a:tcPr marL="8626" marR="8626" marT="8626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Monk</a:t>
                      </a:r>
                    </a:p>
                  </a:txBody>
                  <a:tcPr marL="8626" marR="8626" marT="8626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Warrior of Mercy</a:t>
                      </a:r>
                    </a:p>
                  </a:txBody>
                  <a:tcPr marL="8626" marR="8626" marT="8626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Balance Healer of Navori</a:t>
                      </a:r>
                    </a:p>
                  </a:txBody>
                  <a:tcPr marL="8626" marR="8626" marT="8626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820990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highlight>
                            <a:srgbClr val="000080"/>
                          </a:highlight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Warrior of Shadow</a:t>
                      </a:r>
                    </a:p>
                  </a:txBody>
                  <a:tcPr marL="8626" marR="8626" marT="8626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Order of Shadow Infiltrator</a:t>
                      </a:r>
                    </a:p>
                  </a:txBody>
                  <a:tcPr marL="8626" marR="8626" marT="8626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64245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Warrior of the Elements</a:t>
                      </a:r>
                    </a:p>
                  </a:txBody>
                  <a:tcPr marL="8626" marR="8626" marT="8626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Dragon Spirit Disciple</a:t>
                      </a:r>
                    </a:p>
                  </a:txBody>
                  <a:tcPr marL="8626" marR="8626" marT="8626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541057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Warrior of the Open Hand</a:t>
                      </a:r>
                    </a:p>
                  </a:txBody>
                  <a:tcPr marL="8626" marR="8626" marT="8626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Kinkou</a:t>
                      </a: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 Fist-Master</a:t>
                      </a:r>
                    </a:p>
                  </a:txBody>
                  <a:tcPr marL="8626" marR="8626" marT="8626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647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9053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A1F8E6-2433-482D-1264-73FDA7D9BC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570" y="1"/>
            <a:ext cx="12221570" cy="68580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4999986-94E5-0319-1E4B-23957F6AB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513338"/>
              </p:ext>
            </p:extLst>
          </p:nvPr>
        </p:nvGraphicFramePr>
        <p:xfrm>
          <a:off x="616777" y="602015"/>
          <a:ext cx="10727084" cy="5745776"/>
        </p:xfrm>
        <a:graphic>
          <a:graphicData uri="http://schemas.openxmlformats.org/drawingml/2006/table">
            <a:tbl>
              <a:tblPr>
                <a:tableStyleId>{E929F9F4-4A8F-4326-A1B4-22849713DDAB}</a:tableStyleId>
              </a:tblPr>
              <a:tblGrid>
                <a:gridCol w="2186412">
                  <a:extLst>
                    <a:ext uri="{9D8B030D-6E8A-4147-A177-3AD203B41FA5}">
                      <a16:colId xmlns:a16="http://schemas.microsoft.com/office/drawing/2014/main" val="3808140844"/>
                    </a:ext>
                  </a:extLst>
                </a:gridCol>
                <a:gridCol w="1639810">
                  <a:extLst>
                    <a:ext uri="{9D8B030D-6E8A-4147-A177-3AD203B41FA5}">
                      <a16:colId xmlns:a16="http://schemas.microsoft.com/office/drawing/2014/main" val="2245292361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3196477600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1523902753"/>
                    </a:ext>
                  </a:extLst>
                </a:gridCol>
              </a:tblGrid>
              <a:tr h="6700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Region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Subclass (5.5e Core)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In-Game 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19251"/>
                  </a:ext>
                </a:extLst>
              </a:tr>
              <a:tr h="1268921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Demacia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tx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Paladin</a:t>
                      </a:r>
                    </a:p>
                  </a:txBody>
                  <a:tcPr marL="8626" marR="8626" marT="8626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Oath of Devotion</a:t>
                      </a:r>
                    </a:p>
                  </a:txBody>
                  <a:tcPr marL="8626" marR="8626" marT="8626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Dauntless Vanguard Shield-Bearer</a:t>
                      </a:r>
                    </a:p>
                  </a:txBody>
                  <a:tcPr marL="8626" marR="8626" marT="8626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820990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Oath of Glory</a:t>
                      </a:r>
                    </a:p>
                  </a:txBody>
                  <a:tcPr marL="8626" marR="8626" marT="8626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Silverwing Paladin</a:t>
                      </a:r>
                    </a:p>
                  </a:txBody>
                  <a:tcPr marL="8626" marR="8626" marT="8626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64245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Oath of the Ancients</a:t>
                      </a:r>
                    </a:p>
                  </a:txBody>
                  <a:tcPr marL="8626" marR="8626" marT="8626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Petricite Warden</a:t>
                      </a:r>
                    </a:p>
                  </a:txBody>
                  <a:tcPr marL="8626" marR="8626" marT="8626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541057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Oath of Vengeance</a:t>
                      </a:r>
                    </a:p>
                  </a:txBody>
                  <a:tcPr marL="8626" marR="8626" marT="8626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Mageseeker</a:t>
                      </a: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 Inquisitor</a:t>
                      </a:r>
                    </a:p>
                  </a:txBody>
                  <a:tcPr marL="8626" marR="8626" marT="8626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647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238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6CA382-A01D-151D-88BF-42E378521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3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1B02BA-5757-7267-9060-15A05832F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884642"/>
              </p:ext>
            </p:extLst>
          </p:nvPr>
        </p:nvGraphicFramePr>
        <p:xfrm>
          <a:off x="616777" y="602015"/>
          <a:ext cx="10727084" cy="5745776"/>
        </p:xfrm>
        <a:graphic>
          <a:graphicData uri="http://schemas.openxmlformats.org/drawingml/2006/table">
            <a:tbl>
              <a:tblPr>
                <a:tableStyleId>{E929F9F4-4A8F-4326-A1B4-22849713DDAB}</a:tableStyleId>
              </a:tblPr>
              <a:tblGrid>
                <a:gridCol w="2186412">
                  <a:extLst>
                    <a:ext uri="{9D8B030D-6E8A-4147-A177-3AD203B41FA5}">
                      <a16:colId xmlns:a16="http://schemas.microsoft.com/office/drawing/2014/main" val="3808140844"/>
                    </a:ext>
                  </a:extLst>
                </a:gridCol>
                <a:gridCol w="1639810">
                  <a:extLst>
                    <a:ext uri="{9D8B030D-6E8A-4147-A177-3AD203B41FA5}">
                      <a16:colId xmlns:a16="http://schemas.microsoft.com/office/drawing/2014/main" val="2245292361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3196477600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1523902753"/>
                    </a:ext>
                  </a:extLst>
                </a:gridCol>
              </a:tblGrid>
              <a:tr h="6700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Region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Subclass (5.5e Core)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In-Game 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19251"/>
                  </a:ext>
                </a:extLst>
              </a:tr>
              <a:tr h="1268921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Bilgewater</a:t>
                      </a:r>
                    </a:p>
                  </a:txBody>
                  <a:tcPr marL="8626" marR="8626" marT="8626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Ranger</a:t>
                      </a:r>
                    </a:p>
                  </a:txBody>
                  <a:tcPr marL="8626" marR="8626" marT="8626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Beast Master</a:t>
                      </a:r>
                    </a:p>
                  </a:txBody>
                  <a:tcPr marL="8626" marR="8626" marT="8626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Jaull-Hunter Harpooner</a:t>
                      </a:r>
                    </a:p>
                  </a:txBody>
                  <a:tcPr marL="8626" marR="8626" marT="8626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820990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Fey Wanderer</a:t>
                      </a:r>
                    </a:p>
                  </a:txBody>
                  <a:tcPr marL="8626" marR="8626" marT="8626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Syndicate Cutthroat Tracker</a:t>
                      </a:r>
                    </a:p>
                  </a:txBody>
                  <a:tcPr marL="8626" marR="8626" marT="8626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64245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Gloom Stalker</a:t>
                      </a:r>
                    </a:p>
                  </a:txBody>
                  <a:tcPr marL="8626" marR="8626" marT="8626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Slaughterdock Wraith-Stalker</a:t>
                      </a:r>
                    </a:p>
                  </a:txBody>
                  <a:tcPr marL="8626" marR="8626" marT="8626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541057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Hunter</a:t>
                      </a:r>
                    </a:p>
                  </a:txBody>
                  <a:tcPr marL="8626" marR="8626" marT="8626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Bilgewater Bounty Hunter</a:t>
                      </a:r>
                    </a:p>
                  </a:txBody>
                  <a:tcPr marL="8626" marR="8626" marT="8626" marB="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647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306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30A437-3D46-6908-B161-84075E165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0" r="13850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12574A2-A2DA-D0AC-FFE7-AC1A6E29F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202943"/>
              </p:ext>
            </p:extLst>
          </p:nvPr>
        </p:nvGraphicFramePr>
        <p:xfrm>
          <a:off x="616777" y="602015"/>
          <a:ext cx="10727084" cy="5745776"/>
        </p:xfrm>
        <a:graphic>
          <a:graphicData uri="http://schemas.openxmlformats.org/drawingml/2006/table">
            <a:tbl>
              <a:tblPr>
                <a:tableStyleId>{E929F9F4-4A8F-4326-A1B4-22849713DDAB}</a:tableStyleId>
              </a:tblPr>
              <a:tblGrid>
                <a:gridCol w="2186412">
                  <a:extLst>
                    <a:ext uri="{9D8B030D-6E8A-4147-A177-3AD203B41FA5}">
                      <a16:colId xmlns:a16="http://schemas.microsoft.com/office/drawing/2014/main" val="3808140844"/>
                    </a:ext>
                  </a:extLst>
                </a:gridCol>
                <a:gridCol w="1639810">
                  <a:extLst>
                    <a:ext uri="{9D8B030D-6E8A-4147-A177-3AD203B41FA5}">
                      <a16:colId xmlns:a16="http://schemas.microsoft.com/office/drawing/2014/main" val="2245292361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3196477600"/>
                    </a:ext>
                  </a:extLst>
                </a:gridCol>
                <a:gridCol w="3450431">
                  <a:extLst>
                    <a:ext uri="{9D8B030D-6E8A-4147-A177-3AD203B41FA5}">
                      <a16:colId xmlns:a16="http://schemas.microsoft.com/office/drawing/2014/main" val="1523902753"/>
                    </a:ext>
                  </a:extLst>
                </a:gridCol>
              </a:tblGrid>
              <a:tr h="6700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Region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Subclass (5.5e Core)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In-Game Class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2785719251"/>
                  </a:ext>
                </a:extLst>
              </a:tr>
              <a:tr h="1268921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Piltover</a:t>
                      </a:r>
                      <a:endParaRPr lang="en-IN" sz="2400" b="0" i="0" u="none" strike="noStrike" dirty="0">
                        <a:solidFill>
                          <a:schemeClr val="bg1"/>
                        </a:solidFill>
                        <a:effectLst/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marL="8626" marR="8626" marT="8626" marB="0" anchor="ctr"/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Rogue</a:t>
                      </a: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Arcane Trickster</a:t>
                      </a: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Hextech Vault-Breaker</a:t>
                      </a: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3956820990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Assassin</a:t>
                      </a: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Enforcer Intelligence Operative</a:t>
                      </a: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3817564245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Soulknife</a:t>
                      </a: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Hex-Blade Operative</a:t>
                      </a: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1969541057"/>
                  </a:ext>
                </a:extLst>
              </a:tr>
              <a:tr h="126892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Thief</a:t>
                      </a: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Rooftop Scavenger</a:t>
                      </a: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2085647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334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8208D8C-CFC2-7D3E-6EBC-DA92EB98F171}"/>
              </a:ext>
            </a:extLst>
          </p:cNvPr>
          <p:cNvGrpSpPr/>
          <p:nvPr/>
        </p:nvGrpSpPr>
        <p:grpSpPr>
          <a:xfrm>
            <a:off x="5082" y="1"/>
            <a:ext cx="12186918" cy="6857999"/>
            <a:chOff x="5082" y="1"/>
            <a:chExt cx="12168581" cy="811032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913B0E-5A0E-E8AD-E7F2-5EABE6EA0537}"/>
                </a:ext>
              </a:extLst>
            </p:cNvPr>
            <p:cNvSpPr/>
            <p:nvPr/>
          </p:nvSpPr>
          <p:spPr>
            <a:xfrm>
              <a:off x="5082" y="1"/>
              <a:ext cx="4055164" cy="4055164"/>
            </a:xfrm>
            <a:prstGeom prst="rect">
              <a:avLst/>
            </a:prstGeom>
            <a:blipFill>
              <a:blip r:embed="rId2"/>
              <a:srcRect/>
              <a:stretch>
                <a:fillRect l="-1000" r="-1000"/>
              </a:stretch>
            </a:blipFill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Straight Connector 14">
              <a:extLst>
                <a:ext uri="{FF2B5EF4-FFF2-40B4-BE49-F238E27FC236}">
                  <a16:creationId xmlns:a16="http://schemas.microsoft.com/office/drawing/2014/main" id="{CADABFC5-BBFC-0A2F-25FE-D2E6436C9DAF}"/>
                </a:ext>
              </a:extLst>
            </p:cNvPr>
            <p:cNvSpPr/>
            <p:nvPr/>
          </p:nvSpPr>
          <p:spPr>
            <a:xfrm>
              <a:off x="5082" y="1"/>
              <a:ext cx="405" cy="8110329"/>
            </a:xfrm>
            <a:prstGeom prst="line">
              <a:avLst/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D6E53A5-10AC-0200-CD6E-9A198B885C76}"/>
                </a:ext>
              </a:extLst>
            </p:cNvPr>
            <p:cNvSpPr/>
            <p:nvPr/>
          </p:nvSpPr>
          <p:spPr>
            <a:xfrm>
              <a:off x="5082" y="4055165"/>
              <a:ext cx="4055164" cy="4055164"/>
            </a:xfrm>
            <a:custGeom>
              <a:avLst/>
              <a:gdLst>
                <a:gd name="csX0" fmla="*/ 0 w 4055164"/>
                <a:gd name="csY0" fmla="*/ 0 h 4055164"/>
                <a:gd name="csX1" fmla="*/ 4055164 w 4055164"/>
                <a:gd name="csY1" fmla="*/ 0 h 4055164"/>
                <a:gd name="csX2" fmla="*/ 4055164 w 4055164"/>
                <a:gd name="csY2" fmla="*/ 4055164 h 4055164"/>
                <a:gd name="csX3" fmla="*/ 0 w 4055164"/>
                <a:gd name="csY3" fmla="*/ 4055164 h 4055164"/>
                <a:gd name="csX4" fmla="*/ 0 w 4055164"/>
                <a:gd name="csY4" fmla="*/ 0 h 4055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55164" h="4055164">
                  <a:moveTo>
                    <a:pt x="0" y="0"/>
                  </a:moveTo>
                  <a:lnTo>
                    <a:pt x="4055164" y="0"/>
                  </a:lnTo>
                  <a:lnTo>
                    <a:pt x="4055164" y="4055164"/>
                  </a:lnTo>
                  <a:lnTo>
                    <a:pt x="0" y="405516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247650" rIns="247650" bIns="247650" numCol="1" spcCol="1270" anchor="t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>
                <a:latin typeface="questrial" pitchFamily="2" charset="0"/>
                <a:ea typeface="questrial" pitchFamily="2" charset="0"/>
                <a:cs typeface="questrial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922806C-FDCF-8D3E-9F22-627AE8D3CAFD}"/>
                </a:ext>
              </a:extLst>
            </p:cNvPr>
            <p:cNvSpPr/>
            <p:nvPr/>
          </p:nvSpPr>
          <p:spPr>
            <a:xfrm>
              <a:off x="4061791" y="1"/>
              <a:ext cx="4055164" cy="4055164"/>
            </a:xfrm>
            <a:prstGeom prst="rect">
              <a:avLst/>
            </a:prstGeom>
            <a:blipFill>
              <a:blip r:embed="rId3"/>
              <a:srcRect/>
              <a:stretch>
                <a:fillRect l="-19000" r="-19000"/>
              </a:stretch>
            </a:blipFill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Straight Connector 17">
              <a:extLst>
                <a:ext uri="{FF2B5EF4-FFF2-40B4-BE49-F238E27FC236}">
                  <a16:creationId xmlns:a16="http://schemas.microsoft.com/office/drawing/2014/main" id="{40DB8BF0-4E55-473C-8717-98ECC63334DF}"/>
                </a:ext>
              </a:extLst>
            </p:cNvPr>
            <p:cNvSpPr/>
            <p:nvPr/>
          </p:nvSpPr>
          <p:spPr>
            <a:xfrm>
              <a:off x="4061791" y="1"/>
              <a:ext cx="405" cy="8110329"/>
            </a:xfrm>
            <a:prstGeom prst="line">
              <a:avLst/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CFEFF5A-7F26-EA8D-FF0F-808FD51C2184}"/>
                </a:ext>
              </a:extLst>
            </p:cNvPr>
            <p:cNvSpPr/>
            <p:nvPr/>
          </p:nvSpPr>
          <p:spPr>
            <a:xfrm>
              <a:off x="4061791" y="4055165"/>
              <a:ext cx="4055164" cy="4055164"/>
            </a:xfrm>
            <a:custGeom>
              <a:avLst/>
              <a:gdLst>
                <a:gd name="csX0" fmla="*/ 0 w 4055164"/>
                <a:gd name="csY0" fmla="*/ 0 h 4055164"/>
                <a:gd name="csX1" fmla="*/ 4055164 w 4055164"/>
                <a:gd name="csY1" fmla="*/ 0 h 4055164"/>
                <a:gd name="csX2" fmla="*/ 4055164 w 4055164"/>
                <a:gd name="csY2" fmla="*/ 4055164 h 4055164"/>
                <a:gd name="csX3" fmla="*/ 0 w 4055164"/>
                <a:gd name="csY3" fmla="*/ 4055164 h 4055164"/>
                <a:gd name="csX4" fmla="*/ 0 w 4055164"/>
                <a:gd name="csY4" fmla="*/ 0 h 4055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55164" h="4055164">
                  <a:moveTo>
                    <a:pt x="0" y="0"/>
                  </a:moveTo>
                  <a:lnTo>
                    <a:pt x="4055164" y="0"/>
                  </a:lnTo>
                  <a:lnTo>
                    <a:pt x="4055164" y="4055164"/>
                  </a:lnTo>
                  <a:lnTo>
                    <a:pt x="0" y="405516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247650" rIns="247650" bIns="247650" numCol="1" spcCol="1270" anchor="t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>
                <a:latin typeface="questrial" pitchFamily="2" charset="0"/>
                <a:ea typeface="questrial" pitchFamily="2" charset="0"/>
                <a:cs typeface="questrial" pitchFamily="2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7A49872-99B8-6F71-E830-2CEAF8BCB0D0}"/>
                </a:ext>
              </a:extLst>
            </p:cNvPr>
            <p:cNvSpPr/>
            <p:nvPr/>
          </p:nvSpPr>
          <p:spPr>
            <a:xfrm>
              <a:off x="8118499" y="1"/>
              <a:ext cx="4055164" cy="4055164"/>
            </a:xfrm>
            <a:prstGeom prst="rect">
              <a:avLst/>
            </a:prstGeom>
            <a:blipFill>
              <a:blip r:embed="rId4"/>
              <a:srcRect/>
              <a:stretch>
                <a:fillRect l="-23000" r="-23000"/>
              </a:stretch>
            </a:blipFill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Straight Connector 20">
              <a:extLst>
                <a:ext uri="{FF2B5EF4-FFF2-40B4-BE49-F238E27FC236}">
                  <a16:creationId xmlns:a16="http://schemas.microsoft.com/office/drawing/2014/main" id="{E5D4BDA2-5C97-EA08-74A6-8CD5CE965265}"/>
                </a:ext>
              </a:extLst>
            </p:cNvPr>
            <p:cNvSpPr/>
            <p:nvPr/>
          </p:nvSpPr>
          <p:spPr>
            <a:xfrm>
              <a:off x="8118499" y="1"/>
              <a:ext cx="405" cy="8110329"/>
            </a:xfrm>
            <a:prstGeom prst="line">
              <a:avLst/>
            </a:prstGeom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6079E3A-CD4A-841F-E915-7893A4A2064B}"/>
                </a:ext>
              </a:extLst>
            </p:cNvPr>
            <p:cNvSpPr/>
            <p:nvPr/>
          </p:nvSpPr>
          <p:spPr>
            <a:xfrm>
              <a:off x="8118499" y="4055165"/>
              <a:ext cx="4055164" cy="4055164"/>
            </a:xfrm>
            <a:custGeom>
              <a:avLst/>
              <a:gdLst>
                <a:gd name="csX0" fmla="*/ 0 w 4055164"/>
                <a:gd name="csY0" fmla="*/ 0 h 4055164"/>
                <a:gd name="csX1" fmla="*/ 4055164 w 4055164"/>
                <a:gd name="csY1" fmla="*/ 0 h 4055164"/>
                <a:gd name="csX2" fmla="*/ 4055164 w 4055164"/>
                <a:gd name="csY2" fmla="*/ 4055164 h 4055164"/>
                <a:gd name="csX3" fmla="*/ 0 w 4055164"/>
                <a:gd name="csY3" fmla="*/ 4055164 h 4055164"/>
                <a:gd name="csX4" fmla="*/ 0 w 4055164"/>
                <a:gd name="csY4" fmla="*/ 0 h 40551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55164" h="4055164">
                  <a:moveTo>
                    <a:pt x="0" y="0"/>
                  </a:moveTo>
                  <a:lnTo>
                    <a:pt x="4055164" y="0"/>
                  </a:lnTo>
                  <a:lnTo>
                    <a:pt x="4055164" y="4055164"/>
                  </a:lnTo>
                  <a:lnTo>
                    <a:pt x="0" y="405516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247650" rIns="247650" bIns="247650" numCol="1" spcCol="1270" anchor="t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>
                <a:latin typeface="questrial" pitchFamily="2" charset="0"/>
                <a:ea typeface="questrial" pitchFamily="2" charset="0"/>
                <a:cs typeface="questrial" pitchFamily="2" charset="0"/>
              </a:endParaRPr>
            </a:p>
          </p:txBody>
        </p:sp>
      </p:grp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10E6B66-81C3-A758-EACD-9403E1F04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318536"/>
              </p:ext>
            </p:extLst>
          </p:nvPr>
        </p:nvGraphicFramePr>
        <p:xfrm>
          <a:off x="22230" y="3425688"/>
          <a:ext cx="4088182" cy="3429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44091">
                  <a:extLst>
                    <a:ext uri="{9D8B030D-6E8A-4147-A177-3AD203B41FA5}">
                      <a16:colId xmlns:a16="http://schemas.microsoft.com/office/drawing/2014/main" val="3501652179"/>
                    </a:ext>
                  </a:extLst>
                </a:gridCol>
                <a:gridCol w="2044091">
                  <a:extLst>
                    <a:ext uri="{9D8B030D-6E8A-4147-A177-3AD203B41FA5}">
                      <a16:colId xmlns:a16="http://schemas.microsoft.com/office/drawing/2014/main" val="1790377035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Sorcerer</a:t>
                      </a:r>
                      <a:endParaRPr lang="en-IN" sz="1800" dirty="0"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Aberrant Sorcery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89843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Sorcerer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Wild Magic Sorcery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69059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Wizard</a:t>
                      </a:r>
                      <a:endParaRPr lang="en-IN" dirty="0"/>
                    </a:p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Evoker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373298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96C3CA18-6CDC-6B1B-F429-955A7B2B5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046906"/>
              </p:ext>
            </p:extLst>
          </p:nvPr>
        </p:nvGraphicFramePr>
        <p:xfrm>
          <a:off x="4083099" y="3422376"/>
          <a:ext cx="4087776" cy="34256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43888">
                  <a:extLst>
                    <a:ext uri="{9D8B030D-6E8A-4147-A177-3AD203B41FA5}">
                      <a16:colId xmlns:a16="http://schemas.microsoft.com/office/drawing/2014/main" val="3344067900"/>
                    </a:ext>
                  </a:extLst>
                </a:gridCol>
                <a:gridCol w="2043888">
                  <a:extLst>
                    <a:ext uri="{9D8B030D-6E8A-4147-A177-3AD203B41FA5}">
                      <a16:colId xmlns:a16="http://schemas.microsoft.com/office/drawing/2014/main" val="2463723524"/>
                    </a:ext>
                  </a:extLst>
                </a:gridCol>
              </a:tblGrid>
              <a:tr h="68513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Sorcerer</a:t>
                      </a:r>
                      <a:endParaRPr lang="en-IN" sz="1800" dirty="0"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Clockwork Sorcery</a:t>
                      </a: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3435221722"/>
                  </a:ext>
                </a:extLst>
              </a:tr>
              <a:tr h="68513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Warlock</a:t>
                      </a:r>
                      <a:endParaRPr lang="en-IN" sz="1800" dirty="0"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Celestial Patron</a:t>
                      </a: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2832399356"/>
                  </a:ext>
                </a:extLst>
              </a:tr>
              <a:tr h="685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Warlock</a:t>
                      </a:r>
                      <a:endParaRPr lang="en-IN" sz="1800" dirty="0"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  <a:p>
                      <a:pPr algn="ctr"/>
                      <a:endParaRPr lang="en-IN" sz="1800" dirty="0"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Great Old One Patron</a:t>
                      </a: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3803479919"/>
                  </a:ext>
                </a:extLst>
              </a:tr>
              <a:tr h="685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Wizard</a:t>
                      </a:r>
                    </a:p>
                    <a:p>
                      <a:pPr algn="ctr"/>
                      <a:endParaRPr lang="en-IN" sz="1800" dirty="0"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Abjurer</a:t>
                      </a: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3680086348"/>
                  </a:ext>
                </a:extLst>
              </a:tr>
              <a:tr h="685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Wizard</a:t>
                      </a:r>
                    </a:p>
                    <a:p>
                      <a:pPr algn="ctr"/>
                      <a:endParaRPr lang="en-IN" sz="1800" dirty="0"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Illusionist</a:t>
                      </a: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2323644318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02849205-7050-1CE2-8C12-C11E3D462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456342"/>
              </p:ext>
            </p:extLst>
          </p:nvPr>
        </p:nvGraphicFramePr>
        <p:xfrm>
          <a:off x="8156086" y="3425688"/>
          <a:ext cx="4037460" cy="3425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8730">
                  <a:extLst>
                    <a:ext uri="{9D8B030D-6E8A-4147-A177-3AD203B41FA5}">
                      <a16:colId xmlns:a16="http://schemas.microsoft.com/office/drawing/2014/main" val="2440782706"/>
                    </a:ext>
                  </a:extLst>
                </a:gridCol>
                <a:gridCol w="2018730">
                  <a:extLst>
                    <a:ext uri="{9D8B030D-6E8A-4147-A177-3AD203B41FA5}">
                      <a16:colId xmlns:a16="http://schemas.microsoft.com/office/drawing/2014/main" val="1155011234"/>
                    </a:ext>
                  </a:extLst>
                </a:gridCol>
              </a:tblGrid>
              <a:tr h="856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Sorcerer</a:t>
                      </a:r>
                      <a:endParaRPr lang="en-IN" sz="2000" dirty="0"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  <a:p>
                      <a:pPr algn="ctr"/>
                      <a:endParaRPr lang="en-IN" sz="2000" dirty="0"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Draconic Sorcery</a:t>
                      </a: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2669147876"/>
                  </a:ext>
                </a:extLst>
              </a:tr>
              <a:tr h="856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Warlock</a:t>
                      </a:r>
                      <a:endParaRPr lang="en-IN" sz="2000" dirty="0"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  <a:p>
                      <a:pPr algn="ctr"/>
                      <a:endParaRPr lang="en-IN" sz="2000" dirty="0"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Archfey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 Patron</a:t>
                      </a: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2252740917"/>
                  </a:ext>
                </a:extLst>
              </a:tr>
              <a:tr h="856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Warlock</a:t>
                      </a:r>
                      <a:endParaRPr lang="en-IN" sz="2000" dirty="0"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  <a:p>
                      <a:pPr algn="ctr"/>
                      <a:endParaRPr lang="en-IN" sz="2000" dirty="0"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Fiend Patron</a:t>
                      </a: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1693712388"/>
                  </a:ext>
                </a:extLst>
              </a:tr>
              <a:tr h="856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Wizard</a:t>
                      </a:r>
                    </a:p>
                    <a:p>
                      <a:pPr algn="ctr"/>
                      <a:endParaRPr lang="en-IN" sz="2000" dirty="0">
                        <a:latin typeface="questrial" pitchFamily="2" charset="0"/>
                        <a:ea typeface="questrial" pitchFamily="2" charset="0"/>
                        <a:cs typeface="questrial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questrial" pitchFamily="2" charset="0"/>
                          <a:ea typeface="questrial" pitchFamily="2" charset="0"/>
                          <a:cs typeface="questrial" pitchFamily="2" charset="0"/>
                        </a:rPr>
                        <a:t>Diviner</a:t>
                      </a: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697746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7535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eat Darkin War - Universe | League of Legends Wiki">
            <a:extLst>
              <a:ext uri="{FF2B5EF4-FFF2-40B4-BE49-F238E27FC236}">
                <a16:creationId xmlns:a16="http://schemas.microsoft.com/office/drawing/2014/main" id="{3752D2AD-333B-21C1-0537-501665D28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43200"/>
            <a:ext cx="6096000" cy="4114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250517-E849-6A27-AFE3-FA424A598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0"/>
            <a:ext cx="6096001" cy="3429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1C10C2-D9DC-F3B9-C59F-E83ECF274E39}"/>
              </a:ext>
            </a:extLst>
          </p:cNvPr>
          <p:cNvSpPr txBox="1"/>
          <p:nvPr/>
        </p:nvSpPr>
        <p:spPr>
          <a:xfrm>
            <a:off x="2001078" y="2644170"/>
            <a:ext cx="20361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/>
              <a:t>???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133389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F1A3763-6762-8339-3878-42C274ABB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Finalised</a:t>
            </a:r>
            <a:r>
              <a:rPr lang="en-US" dirty="0"/>
              <a:t> List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BC5079-FBB4-E56A-2569-FC9E0D84634B}"/>
              </a:ext>
            </a:extLst>
          </p:cNvPr>
          <p:cNvSpPr txBox="1"/>
          <p:nvPr/>
        </p:nvSpPr>
        <p:spPr>
          <a:xfrm>
            <a:off x="838199" y="1595486"/>
            <a:ext cx="83152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Lucid – Monk – Elf (</a:t>
            </a:r>
            <a:r>
              <a:rPr lang="en-US" sz="2400" dirty="0" err="1"/>
              <a:t>Vastayan</a:t>
            </a:r>
            <a:r>
              <a:rPr lang="en-US" sz="2400" dirty="0"/>
              <a:t>) – Order Of Shadows</a:t>
            </a:r>
          </a:p>
          <a:p>
            <a:r>
              <a:rPr lang="en-US" sz="2400" dirty="0"/>
              <a:t>Black Baron – Cleric – </a:t>
            </a:r>
            <a:r>
              <a:rPr lang="en-US" sz="2400" dirty="0" err="1"/>
              <a:t>Aasimar</a:t>
            </a:r>
            <a:r>
              <a:rPr lang="en-US" sz="2400" dirty="0"/>
              <a:t> (Aspect) – Life Domain</a:t>
            </a:r>
          </a:p>
          <a:p>
            <a:r>
              <a:rPr lang="en-US" sz="2400" dirty="0"/>
              <a:t>Vignan – Paladin – Dragonborn- Oath of the Ancients</a:t>
            </a:r>
          </a:p>
          <a:p>
            <a:r>
              <a:rPr lang="en-US" sz="2400" dirty="0"/>
              <a:t>HK – Fighter – Human - Champion</a:t>
            </a:r>
          </a:p>
          <a:p>
            <a:r>
              <a:rPr lang="en-US" sz="2400" dirty="0"/>
              <a:t>Sebastian – Human – Wizard – Illusionist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25338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CC58F8-7BFE-6566-5B8E-5212E4D29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40" y="289966"/>
            <a:ext cx="6284320" cy="62780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70281B-7BD4-F323-BB28-BC6C1C1040E8}"/>
              </a:ext>
            </a:extLst>
          </p:cNvPr>
          <p:cNvSpPr txBox="1"/>
          <p:nvPr/>
        </p:nvSpPr>
        <p:spPr>
          <a:xfrm>
            <a:off x="652806" y="289966"/>
            <a:ext cx="85853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Alignment</a:t>
            </a:r>
          </a:p>
        </p:txBody>
      </p:sp>
    </p:spTree>
    <p:extLst>
      <p:ext uri="{BB962C8B-B14F-4D97-AF65-F5344CB8AC3E}">
        <p14:creationId xmlns:p14="http://schemas.microsoft.com/office/powerpoint/2010/main" val="436424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386</Words>
  <Application>Microsoft Office PowerPoint</Application>
  <PresentationFormat>Widescreen</PresentationFormat>
  <Paragraphs>165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MangOLI</vt:lpstr>
      <vt:lpstr>questrial</vt:lpstr>
      <vt:lpstr>Office Theme</vt:lpstr>
      <vt:lpstr>PowerPoint Presentation</vt:lpstr>
      <vt:lpstr>The Rulebook</vt:lpstr>
      <vt:lpstr>Species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Finalised List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drvaidya.naren@gmail.com</dc:creator>
  <cp:lastModifiedBy>drvaidya.naren@gmail.com</cp:lastModifiedBy>
  <cp:revision>1</cp:revision>
  <dcterms:created xsi:type="dcterms:W3CDTF">2026-10-13T16:24:32Z</dcterms:created>
  <dcterms:modified xsi:type="dcterms:W3CDTF">2026-10-15T17:03:29Z</dcterms:modified>
</cp:coreProperties>
</file>